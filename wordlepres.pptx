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0" r:id="rId4"/>
    <p:sldId id="264" r:id="rId5"/>
    <p:sldId id="257" r:id="rId6"/>
    <p:sldId id="263" r:id="rId7"/>
    <p:sldId id="266" r:id="rId8"/>
    <p:sldId id="258" r:id="rId9"/>
    <p:sldId id="262" r:id="rId10"/>
    <p:sldId id="265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6F8E9-4B7C-4B8A-880A-E9E780D2B81B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3DA03-3986-4D8A-BE9B-0A39B5ED068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7693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Tried to google it</a:t>
            </a:r>
          </a:p>
          <a:p>
            <a:r>
              <a:rPr lang="en-US" dirty="0"/>
              <a:t>Original name- good they changed it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3DA03-3986-4D8A-BE9B-0A39B5ED068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65790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hopefully next week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3DA03-3986-4D8A-BE9B-0A39B5ED068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0324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tracking systems</a:t>
            </a:r>
          </a:p>
          <a:p>
            <a:r>
              <a:rPr lang="en-US" dirty="0"/>
              <a:t>One for UI </a:t>
            </a:r>
          </a:p>
          <a:p>
            <a:r>
              <a:rPr lang="en-US" dirty="0"/>
              <a:t>One internal char removal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3DA03-3986-4D8A-BE9B-0A39B5ED0689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8443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coverage</a:t>
            </a:r>
          </a:p>
          <a:p>
            <a:endParaRPr lang="en-US" dirty="0"/>
          </a:p>
          <a:p>
            <a:r>
              <a:rPr lang="en-US" dirty="0"/>
              <a:t>Test mostly the games logic</a:t>
            </a:r>
          </a:p>
          <a:p>
            <a:endParaRPr lang="en-US" dirty="0"/>
          </a:p>
          <a:p>
            <a:r>
              <a:rPr lang="en-US" dirty="0"/>
              <a:t>Found out if you delete the code, test coverage shoots up.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3DA03-3986-4D8A-BE9B-0A39B5ED068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4366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B556-784A-0369-88F4-9FDEBBEB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5A9E6-CA0B-5D0B-BF69-64BCB3903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8F206-95AC-C35E-1BF7-75A3A255D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coverage</a:t>
            </a:r>
          </a:p>
          <a:p>
            <a:endParaRPr lang="en-US" dirty="0"/>
          </a:p>
          <a:p>
            <a:r>
              <a:rPr lang="en-US" dirty="0"/>
              <a:t>Test mostly the games logic</a:t>
            </a:r>
          </a:p>
          <a:p>
            <a:endParaRPr lang="en-US" dirty="0"/>
          </a:p>
          <a:p>
            <a:r>
              <a:rPr lang="en-US" dirty="0"/>
              <a:t>Found out if you delete the code, test coverage shoots up.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63008-C46A-4075-EE6F-50389E0BD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3DA03-3986-4D8A-BE9B-0A39B5ED068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720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1785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441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972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352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1050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5691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190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8696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3439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6166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2889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E0525E9-E601-4956-9EA4-7D80D1D93B86}" type="datetimeFigureOut">
              <a:rPr lang="en-DK" smtClean="0"/>
              <a:t>13/02/2026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BE51E9E-BC6E-4E63-AC84-1A82E5266BA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6384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1A9A5-013F-382F-4837-870AF30E6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Wordle</a:t>
            </a:r>
            <a:endParaRPr lang="en-DK" sz="4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6DB7D-A855-2BC9-948C-DF705EC2C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George</a:t>
            </a:r>
            <a:endParaRPr lang="en-DK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8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2765A-F1CB-4C8C-327B-8DEA437A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CCBAC-E780-AEA5-47CB-DDE1FBDC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i="1" dirty="0"/>
              <a:t>Mr. Bugs' Wordy </a:t>
            </a:r>
            <a:r>
              <a:rPr lang="en-US" i="1" dirty="0" err="1"/>
              <a:t>Nugz</a:t>
            </a:r>
            <a:endParaRPr lang="en-DK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5C2F4-1F2E-03ED-AD50-B602391D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7" y="2318197"/>
            <a:ext cx="10744200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Josh Wardle Wikipedia</a:t>
            </a:r>
          </a:p>
          <a:p>
            <a:r>
              <a:rPr lang="en-US" sz="2400" dirty="0"/>
              <a:t>5-bogstaver </a:t>
            </a:r>
            <a:r>
              <a:rPr lang="en-US" sz="2400" dirty="0" err="1"/>
              <a:t>ord</a:t>
            </a:r>
            <a:endParaRPr lang="en-US" sz="2400" dirty="0"/>
          </a:p>
          <a:p>
            <a:r>
              <a:rPr lang="en-US" sz="2400" dirty="0"/>
              <a:t>6 </a:t>
            </a:r>
            <a:r>
              <a:rPr lang="en-US" sz="2400" dirty="0" err="1"/>
              <a:t>forsøg</a:t>
            </a:r>
            <a:endParaRPr lang="en-US" sz="2400" dirty="0"/>
          </a:p>
          <a:p>
            <a:r>
              <a:rPr lang="da-DK" sz="2400" dirty="0"/>
              <a:t>Hvert forsøg vil fortælle dig, om bogstaverne i dit gæt findes i det rigtige ord</a:t>
            </a:r>
            <a:endParaRPr lang="en-DK" sz="2400" dirty="0"/>
          </a:p>
        </p:txBody>
      </p:sp>
    </p:spTree>
    <p:extLst>
      <p:ext uri="{BB962C8B-B14F-4D97-AF65-F5344CB8AC3E}">
        <p14:creationId xmlns:p14="http://schemas.microsoft.com/office/powerpoint/2010/main" val="66947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9181D-4A39-9EE7-75BC-1736463D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Opgaven</a:t>
            </a:r>
            <a:endParaRPr lang="en-DK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7C5D8-43FF-00D6-47C4-05840DA3F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Byg </a:t>
            </a:r>
            <a:r>
              <a:rPr lang="en-US" sz="2400" dirty="0" err="1"/>
              <a:t>spillet</a:t>
            </a:r>
            <a:endParaRPr lang="en-US" sz="2400" dirty="0"/>
          </a:p>
          <a:p>
            <a:r>
              <a:rPr lang="en-US" sz="2400" dirty="0"/>
              <a:t>UI 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  <a:p>
            <a:r>
              <a:rPr lang="en-US" sz="2400" dirty="0" err="1"/>
              <a:t>Testning</a:t>
            </a:r>
            <a:endParaRPr lang="en-US" sz="2400" dirty="0"/>
          </a:p>
          <a:p>
            <a:r>
              <a:rPr lang="en-US" sz="2400" dirty="0"/>
              <a:t>ReadMe</a:t>
            </a:r>
          </a:p>
          <a:p>
            <a:r>
              <a:rPr lang="en-US" sz="2400" dirty="0" err="1"/>
              <a:t>Præsentation</a:t>
            </a:r>
            <a:endParaRPr lang="en-US" sz="2400" dirty="0"/>
          </a:p>
          <a:p>
            <a:r>
              <a:rPr lang="en-US" sz="2400" dirty="0"/>
              <a:t>Demo</a:t>
            </a:r>
          </a:p>
          <a:p>
            <a:endParaRPr lang="en-DK" sz="2000" dirty="0"/>
          </a:p>
        </p:txBody>
      </p:sp>
    </p:spTree>
    <p:extLst>
      <p:ext uri="{BB962C8B-B14F-4D97-AF65-F5344CB8AC3E}">
        <p14:creationId xmlns:p14="http://schemas.microsoft.com/office/powerpoint/2010/main" val="21341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C9AAE-73B3-C9FC-689B-2F5AE256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9691E-A153-8B3A-8355-06D093398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Arkitektur 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280584-406B-C728-6D7E-06EA8952B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554" y="467208"/>
            <a:ext cx="577549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33101-F423-CE4D-B945-3E908790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Dagens </a:t>
            </a:r>
            <a:r>
              <a:rPr lang="en-US" sz="4800" dirty="0" err="1">
                <a:solidFill>
                  <a:srgbClr val="FFFFFF"/>
                </a:solidFill>
              </a:rPr>
              <a:t>ord</a:t>
            </a:r>
            <a:r>
              <a:rPr lang="en-US" sz="4800" dirty="0">
                <a:solidFill>
                  <a:srgbClr val="FFFFFF"/>
                </a:solidFill>
              </a:rPr>
              <a:t>: CELLO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4A17A-2821-4EE7-B5AC-079AE8C03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4851"/>
            <a:ext cx="5902903" cy="36007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D0762A-6381-20D6-6D96-0888545AD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175" y="2149721"/>
            <a:ext cx="5814904" cy="255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5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1DF6F-4777-89E1-4950-3738B713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DCDBB-C2EB-BF06-D7C2-F6F3548D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43D27-1564-7E13-0633-B1452098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83962"/>
            <a:ext cx="5593868" cy="2685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E46330-56F7-9A24-CF5E-5C872332F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125" y="4647206"/>
            <a:ext cx="8773749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0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75593-99E9-41B7-77FD-3104F844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3EF4E-AE5F-4106-C442-A52598D4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C541B-A50B-B7AD-59AA-D0C8B6AB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115" y="467208"/>
            <a:ext cx="615437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2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508C1-A606-EF12-0DF4-52C589FC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Readme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53680-1DB3-2008-4CA5-80A875AD9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77" y="1966293"/>
            <a:ext cx="624864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30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D551B-2A92-83E8-933C-22BE8652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11D13-B926-A186-5573-11ADC134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Præsentation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Deal is Done Part 2 - Page 43">
            <a:extLst>
              <a:ext uri="{FF2B5EF4-FFF2-40B4-BE49-F238E27FC236}">
                <a16:creationId xmlns:a16="http://schemas.microsoft.com/office/drawing/2014/main" id="{6ECA11F9-A987-0F9E-FEDD-7B012D60F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8524" y="1966293"/>
            <a:ext cx="7914951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41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872F0-B253-65D2-F916-43668679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870E0-1298-8158-B120-21673EDF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DEMO_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7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B9766-2FA0-F677-7C24-28BA4A08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Feedback</a:t>
            </a:r>
          </a:p>
        </p:txBody>
      </p:sp>
      <p:pic>
        <p:nvPicPr>
          <p:cNvPr id="1026" name="Picture 2" descr="Gordon Ramsay reveals 'Idiot Sandwich' show inspired by famous meme is in  the works : r/television">
            <a:extLst>
              <a:ext uri="{FF2B5EF4-FFF2-40B4-BE49-F238E27FC236}">
                <a16:creationId xmlns:a16="http://schemas.microsoft.com/office/drawing/2014/main" id="{DC418DA6-705F-0C89-A193-BED732704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8511" y="1966293"/>
            <a:ext cx="6694977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96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122</Words>
  <Application>Microsoft Office PowerPoint</Application>
  <PresentationFormat>Widescreen</PresentationFormat>
  <Paragraphs>43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Wordle</vt:lpstr>
      <vt:lpstr>Mr. Bugs' Wordy Nugz</vt:lpstr>
      <vt:lpstr>Opgaven</vt:lpstr>
      <vt:lpstr>Arkitektur </vt:lpstr>
      <vt:lpstr>Dagens ord: CELLO</vt:lpstr>
      <vt:lpstr>Test</vt:lpstr>
      <vt:lpstr>Test II</vt:lpstr>
      <vt:lpstr>Readme</vt:lpstr>
      <vt:lpstr>Præsentation</vt:lpstr>
      <vt:lpstr>DEMO_ 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Væra</dc:creator>
  <cp:lastModifiedBy>George Væra</cp:lastModifiedBy>
  <cp:revision>2</cp:revision>
  <dcterms:created xsi:type="dcterms:W3CDTF">2026-02-13T08:22:36Z</dcterms:created>
  <dcterms:modified xsi:type="dcterms:W3CDTF">2026-02-13T13:03:06Z</dcterms:modified>
</cp:coreProperties>
</file>